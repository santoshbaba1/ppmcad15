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Workloads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ReplicaSets &amp; Deployments - Managing Application Lifecycle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ReplicaSet role in maintaining pod replicas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Deployment as the standard abstraction layer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rolling updates and rollback strategies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scaling: manual and horizontal auto-scaling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requests &amp; limits for pod scheduling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pod lifecycle and deployment issues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Pod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from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29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3380" y="1645920"/>
            <a:ext cx="80391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runs 1 container (sometimes 2-3 tightly coupled)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namespace: containers share IP &amp;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Ephemeral: created and destroyed dynamically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creation rarely used in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pod management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→ application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restart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scaling: single pod has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updates: restart every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consistency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desired # of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scale up/down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 replicas are always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pod count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label selectors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defines: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(which pods)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template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Constantly reconciles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managing ReplicaSets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(revision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update a Deployment: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ReplicaSet (revision 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old RS down gradually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new RS up (rolling update)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old RS for easy rollback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Deployments Over ReplicaSets?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are the standard production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old pods with new ones. Zero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Capability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revert to previous working version on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deployment version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updates roll out: aggressive or conservative.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vs Recreate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new versions coexist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deployment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breaking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all old pods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create new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downtime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testing/dev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maintains revision history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stores old ReplicaSets as revisions — instant rollback!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1: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2: ... (current)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scales new RS down, old RS back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Deployment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app --image=nginx:1.24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 imperatively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Apply/update deployment declaratively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deployment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revision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deployment/app --to-revision=1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specific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deployment/app --replicas=5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scale replicas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deployment/app nginx=nginx:1.25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container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deployment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(cascading deletes pods)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pod scheduling and runtime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resources pod needs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for placement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won't start if insufficient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pod's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0 (not recommended!)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enforces hard limit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 if exceed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 if exceed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unlimited (dangerous!)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noisy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589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3</cp:revision>
  <dcterms:created xsi:type="dcterms:W3CDTF">2026-03-26T19:27:41Z</dcterms:created>
  <dcterms:modified xsi:type="dcterms:W3CDTF">2026-04-05T06:32:50Z</dcterms:modified>
</cp:coreProperties>
</file>